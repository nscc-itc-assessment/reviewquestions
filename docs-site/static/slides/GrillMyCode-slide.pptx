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GrillMyCode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Action that turns code submissions into comprehension quizzes — automatically.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114300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Detects what code a student changed (via git diff)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Strips comments so the AI cannot be led by hints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Sends the code to an AI provider to generate targeted questions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Delivers the assessment as a PR comment, Issue, or Discussion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35584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Zero student setup — triggers on every push or pull request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Built for GitHub Classroom — skips template/starter files automatically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Free by default — uses GitHub Models with the built-in GITHUB_TOKEN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Configurable — questions, file filters, assignment context, AI provider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566928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447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Minimal workflow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1783080"/>
            <a:ext cx="53949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Code Assessment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types: [opened, synchronize]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generate-questions: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permissions: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contents: read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pull-requests: write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models: read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fetch-depth: 0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NSCC-ITC-Assessment/GrillMyCode@v1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github_token: ${{ secrets.GITHUB_TOKEN }}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nscc-itc-assessment.github.io/GrillMyCode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2026-05-19T11:30:22Z</dcterms:created>
  <dcterms:modified xsi:type="dcterms:W3CDTF">2026-05-19T11:30:22Z</dcterms:modified>
</cp:coreProperties>
</file>